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1pPr>
    <a:lvl2pPr marL="0" marR="0" indent="4572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2pPr>
    <a:lvl3pPr marL="0" marR="0" indent="9144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3pPr>
    <a:lvl4pPr marL="0" marR="0" indent="13716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4pPr>
    <a:lvl5pPr marL="0" marR="0" indent="18288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5pPr>
    <a:lvl6pPr marL="0" marR="0" indent="22860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6pPr>
    <a:lvl7pPr marL="0" marR="0" indent="27432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7pPr>
    <a:lvl8pPr marL="0" marR="0" indent="32004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8pPr>
    <a:lvl9pPr marL="0" marR="0" indent="36576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CEEEE"/>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9036"/>
              <a:lumOff val="17111"/>
            </a:schemeClr>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b="def" i="def"/>
      <a:tcStyle>
        <a:tcBdr/>
        <a:fill>
          <a:solidFill>
            <a:srgbClr val="ECEEEF"/>
          </a:solidFill>
        </a:fill>
      </a:tcStyle>
    </a:band2H>
    <a:firstCol>
      <a:tcTxStyle b="on" i="off">
        <a:font>
          <a:latin typeface="Graphik Semibold"/>
          <a:ea typeface="Graphik Semibold"/>
          <a:cs typeface="Graphik S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Graphik Semibold"/>
          <a:ea typeface="Graphik Semibold"/>
          <a:cs typeface="Graphik S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F"/>
          </a:solidFill>
        </a:fill>
      </a:tcStyle>
    </a:band2H>
    <a:firstCol>
      <a:tcTxStyle b="on" i="off">
        <a:font>
          <a:latin typeface="Graphik Semibold"/>
          <a:ea typeface="Graphik Semibold"/>
          <a:cs typeface="Graphik S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19200" y="11986162"/>
            <a:ext cx="21945599" cy="605791"/>
          </a:xfrm>
          <a:prstGeom prst="rect">
            <a:avLst/>
          </a:prstGeom>
        </p:spPr>
        <p:txBody>
          <a:bodyPr/>
          <a:lstStyle>
            <a:lvl1pPr marL="0" indent="0" algn="ctr" defTabSz="825500">
              <a:lnSpc>
                <a:spcPct val="100000"/>
              </a:lnSpc>
              <a:spcBef>
                <a:spcPts val="0"/>
              </a:spcBef>
              <a:buSzTx/>
              <a:buNone/>
              <a:defRPr spc="-29" sz="3000">
                <a:latin typeface="Graphik Medium"/>
                <a:ea typeface="Graphik Medium"/>
                <a:cs typeface="Graphik Medium"/>
                <a:sym typeface="Graphik Medium"/>
              </a:defRPr>
            </a:lvl1pPr>
          </a:lstStyle>
          <a:p>
            <a:pPr/>
            <a:r>
              <a:t>Author and Date</a:t>
            </a:r>
          </a:p>
        </p:txBody>
      </p:sp>
      <p:sp>
        <p:nvSpPr>
          <p:cNvPr id="12" name="Presentation Title"/>
          <p:cNvSpPr txBox="1"/>
          <p:nvPr>
            <p:ph type="title" hasCustomPrompt="1"/>
          </p:nvPr>
        </p:nvSpPr>
        <p:spPr>
          <a:xfrm>
            <a:off x="1219200" y="3543300"/>
            <a:ext cx="21945600" cy="4267200"/>
          </a:xfrm>
          <a:prstGeom prst="rect">
            <a:avLst/>
          </a:prstGeom>
        </p:spPr>
        <p:txBody>
          <a:bodyPr anchor="b"/>
          <a:lstStyle>
            <a:lvl1pPr>
              <a:defRPr spc="-128" sz="12800"/>
            </a:lvl1pPr>
          </a:lstStyle>
          <a:p>
            <a:pPr/>
            <a:r>
              <a:t>Presentation Title</a:t>
            </a:r>
          </a:p>
        </p:txBody>
      </p:sp>
      <p:sp>
        <p:nvSpPr>
          <p:cNvPr id="13" name="Body Level One…"/>
          <p:cNvSpPr txBox="1"/>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pc="-59" sz="6000">
                <a:latin typeface="Graphik Semibold"/>
                <a:ea typeface="Graphik Semibold"/>
                <a:cs typeface="Graphik Semibold"/>
                <a:sym typeface="Graphik Semibold"/>
              </a:defRPr>
            </a:lvl1pPr>
            <a:lvl2pPr marL="0" indent="457200" algn="ctr" defTabSz="825500">
              <a:lnSpc>
                <a:spcPct val="100000"/>
              </a:lnSpc>
              <a:spcBef>
                <a:spcPts val="0"/>
              </a:spcBef>
              <a:buSzTx/>
              <a:buNone/>
              <a:defRPr spc="-59" sz="6000">
                <a:latin typeface="Graphik Semibold"/>
                <a:ea typeface="Graphik Semibold"/>
                <a:cs typeface="Graphik Semibold"/>
                <a:sym typeface="Graphik Semibold"/>
              </a:defRPr>
            </a:lvl2pPr>
            <a:lvl3pPr marL="0" indent="914400" algn="ctr" defTabSz="825500">
              <a:lnSpc>
                <a:spcPct val="100000"/>
              </a:lnSpc>
              <a:spcBef>
                <a:spcPts val="0"/>
              </a:spcBef>
              <a:buSzTx/>
              <a:buNone/>
              <a:defRPr spc="-59" sz="6000">
                <a:latin typeface="Graphik Semibold"/>
                <a:ea typeface="Graphik Semibold"/>
                <a:cs typeface="Graphik Semibold"/>
                <a:sym typeface="Graphik Semibold"/>
              </a:defRPr>
            </a:lvl3pPr>
            <a:lvl4pPr marL="0" indent="1371600" algn="ctr" defTabSz="825500">
              <a:lnSpc>
                <a:spcPct val="100000"/>
              </a:lnSpc>
              <a:spcBef>
                <a:spcPts val="0"/>
              </a:spcBef>
              <a:buSzTx/>
              <a:buNone/>
              <a:defRPr spc="-59" sz="6000">
                <a:latin typeface="Graphik Semibold"/>
                <a:ea typeface="Graphik Semibold"/>
                <a:cs typeface="Graphik Semibold"/>
                <a:sym typeface="Graphik Semibold"/>
              </a:defRPr>
            </a:lvl4pPr>
            <a:lvl5pPr marL="0" indent="1828800" algn="ctr" defTabSz="825500">
              <a:lnSpc>
                <a:spcPct val="100000"/>
              </a:lnSpc>
              <a:spcBef>
                <a:spcPts val="0"/>
              </a:spcBef>
              <a:buSzTx/>
              <a:buNone/>
              <a:defRPr spc="-59" sz="6000">
                <a:latin typeface="Graphik Semibold"/>
                <a:ea typeface="Graphik Semibold"/>
                <a:cs typeface="Graphik Semibold"/>
                <a:sym typeface="Graphik Semibold"/>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Beach and sea at sunset"/>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Presentation Title</a:t>
            </a:r>
          </a:p>
        </p:txBody>
      </p:sp>
      <p:sp>
        <p:nvSpPr>
          <p:cNvPr id="23" name="Body Level One…"/>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1pPr>
            <a:lvl2pPr marL="0" indent="4572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2pPr>
            <a:lvl3pPr marL="0" indent="9144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3pPr>
            <a:lvl4pPr marL="0" indent="13716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4pPr>
            <a:lvl5pPr marL="0" indent="18288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5pPr>
          </a:lstStyle>
          <a:p>
            <a:pPr/>
            <a:r>
              <a:t>Presentation Subtitle</a:t>
            </a:r>
          </a:p>
          <a:p>
            <a:pPr lvl="1"/>
            <a:r>
              <a:t/>
            </a:r>
          </a:p>
          <a:p>
            <a:pPr lvl="2"/>
            <a:r>
              <a:t/>
            </a:r>
          </a:p>
          <a:p>
            <a:pPr lvl="3"/>
            <a:r>
              <a:t/>
            </a:r>
          </a:p>
          <a:p>
            <a:pPr lvl="4"/>
            <a:r>
              <a:t/>
            </a:r>
          </a:p>
        </p:txBody>
      </p:sp>
      <p:sp>
        <p:nvSpPr>
          <p:cNvPr id="24" name="Author and Date"/>
          <p:cNvSpPr txBox="1"/>
          <p:nvPr>
            <p:ph type="body" sz="quarter" idx="22" hasCustomPrompt="1"/>
          </p:nvPr>
        </p:nvSpPr>
        <p:spPr>
          <a:xfrm>
            <a:off x="1219200" y="11988800"/>
            <a:ext cx="21945602" cy="605791"/>
          </a:xfrm>
          <a:prstGeom prst="rect">
            <a:avLst/>
          </a:prstGeom>
        </p:spPr>
        <p:txBody>
          <a:bodyPr/>
          <a:lstStyle>
            <a:lvl1pPr marL="0" indent="0" algn="ctr" defTabSz="825500">
              <a:lnSpc>
                <a:spcPct val="100000"/>
              </a:lnSpc>
              <a:spcBef>
                <a:spcPts val="0"/>
              </a:spcBef>
              <a:buSzTx/>
              <a:buNone/>
              <a:defRPr spc="-29" sz="3000">
                <a:solidFill>
                  <a:srgbClr val="FFFFFF"/>
                </a:solidFill>
                <a:latin typeface="Graphik Medium"/>
                <a:ea typeface="Graphik Medium"/>
                <a:cs typeface="Graphik Medium"/>
                <a:sym typeface="Graphik Medium"/>
              </a:defRPr>
            </a:lvl1pPr>
          </a:lstStyle>
          <a:p>
            <a:pPr/>
            <a:r>
              <a:t>Author and Date</a:t>
            </a:r>
          </a:p>
        </p:txBody>
      </p:sp>
      <p:sp>
        <p:nvSpPr>
          <p:cNvPr id="2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15495" y="4585102"/>
            <a:ext cx="9757338" cy="2540001"/>
          </a:xfrm>
          <a:prstGeom prst="rect">
            <a:avLst/>
          </a:prstGeom>
        </p:spPr>
        <p:txBody>
          <a:bodyPr anchor="b"/>
          <a:lstStyle/>
          <a:p>
            <a:pPr/>
            <a:r>
              <a:t>Slide Title</a:t>
            </a:r>
          </a:p>
        </p:txBody>
      </p:sp>
      <p:sp>
        <p:nvSpPr>
          <p:cNvPr id="33" name="Sea against sky at sunset"/>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Body Level One…"/>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marL="0" indent="457200" algn="ctr" defTabSz="825500">
              <a:lnSpc>
                <a:spcPct val="100000"/>
              </a:lnSpc>
              <a:spcBef>
                <a:spcPts val="0"/>
              </a:spcBef>
              <a:buSzTx/>
              <a:buNone/>
              <a:defRPr spc="-44">
                <a:latin typeface="Graphik Semibold"/>
                <a:ea typeface="Graphik Semibold"/>
                <a:cs typeface="Graphik Semibold"/>
                <a:sym typeface="Graphik Semibold"/>
              </a:defRPr>
            </a:lvl2pPr>
            <a:lvl3pPr marL="0" indent="914400" algn="ctr" defTabSz="825500">
              <a:lnSpc>
                <a:spcPct val="100000"/>
              </a:lnSpc>
              <a:spcBef>
                <a:spcPts val="0"/>
              </a:spcBef>
              <a:buSzTx/>
              <a:buNone/>
              <a:defRPr spc="-44">
                <a:latin typeface="Graphik Semibold"/>
                <a:ea typeface="Graphik Semibold"/>
                <a:cs typeface="Graphik Semibold"/>
                <a:sym typeface="Graphik Semibold"/>
              </a:defRPr>
            </a:lvl3pPr>
            <a:lvl4pPr marL="0" indent="1371600" algn="ctr" defTabSz="825500">
              <a:lnSpc>
                <a:spcPct val="100000"/>
              </a:lnSpc>
              <a:spcBef>
                <a:spcPts val="0"/>
              </a:spcBef>
              <a:buSzTx/>
              <a:buNone/>
              <a:defRPr spc="-44">
                <a:latin typeface="Graphik Semibold"/>
                <a:ea typeface="Graphik Semibold"/>
                <a:cs typeface="Graphik Semibold"/>
                <a:sym typeface="Graphik Semibold"/>
              </a:defRPr>
            </a:lvl4pPr>
            <a:lvl5pPr marL="0" indent="1828800" algn="ctr" defTabSz="825500">
              <a:lnSpc>
                <a:spcPct val="100000"/>
              </a:lnSpc>
              <a:spcBef>
                <a:spcPts val="0"/>
              </a:spcBef>
              <a:buSzTx/>
              <a:buNone/>
              <a:defRPr spc="-44">
                <a:latin typeface="Graphik Semibold"/>
                <a:ea typeface="Graphik Semibold"/>
                <a:cs typeface="Graphik Semibold"/>
                <a:sym typeface="Graphik Semibold"/>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4" name="Slide Subtitle"/>
          <p:cNvSpPr txBox="1"/>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xfrm>
            <a:off x="1219200" y="4013200"/>
            <a:ext cx="21945600" cy="8487148"/>
          </a:xfrm>
          <a:prstGeom prst="rect">
            <a:avLst/>
          </a:prstGeom>
        </p:spPr>
        <p:txBody>
          <a:bodyPr numCol="2" spcCol="2558384"/>
          <a:lstStyle/>
          <a:p>
            <a:pPr/>
            <a:r>
              <a:t>Slide bullet text</a:t>
            </a:r>
          </a:p>
          <a:p>
            <a:pPr lvl="1"/>
            <a:r>
              <a:t/>
            </a:r>
          </a:p>
          <a:p>
            <a:pPr lvl="2"/>
            <a:r>
              <a:t/>
            </a:r>
          </a:p>
          <a:p>
            <a:pPr lvl="3"/>
            <a:r>
              <a:t/>
            </a:r>
          </a:p>
          <a:p>
            <a:pPr lvl="4"/>
            <a:r>
              <a:t/>
            </a:r>
          </a:p>
        </p:txBody>
      </p:sp>
      <p:sp>
        <p:nvSpPr>
          <p:cNvPr id="53"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61" name="Sea against sky at sunset"/>
          <p:cNvSpPr/>
          <p:nvPr>
            <p:ph type="pic" idx="21"/>
          </p:nvPr>
        </p:nvSpPr>
        <p:spPr>
          <a:xfrm>
            <a:off x="12192644" y="718588"/>
            <a:ext cx="10972801" cy="12329624"/>
          </a:xfrm>
          <a:prstGeom prst="rect">
            <a:avLst/>
          </a:prstGeom>
        </p:spPr>
        <p:txBody>
          <a:bodyPr lIns="91439" tIns="45719" rIns="91439" bIns="45719">
            <a:noAutofit/>
          </a:bodyPr>
          <a:lstStyle/>
          <a:p>
            <a:pPr/>
          </a:p>
        </p:txBody>
      </p:sp>
      <p:sp>
        <p:nvSpPr>
          <p:cNvPr id="62" name="Slide Subtitle"/>
          <p:cNvSpPr txBox="1"/>
          <p:nvPr>
            <p:ph type="body" sz="quarter" idx="22"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6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72" name="Slide Subtitle"/>
          <p:cNvSpPr txBox="1"/>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7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82" name="Slide Subtitle"/>
          <p:cNvSpPr txBox="1"/>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8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19200" y="3242270"/>
            <a:ext cx="21945600" cy="6604001"/>
          </a:xfrm>
          <a:prstGeom prst="rect">
            <a:avLst/>
          </a:prstGeom>
        </p:spPr>
        <p:txBody>
          <a:bodyPr anchor="ctr"/>
          <a:lstStyle>
            <a:lvl1pPr>
              <a:defRPr spc="0" sz="12800"/>
            </a:lvl1pPr>
          </a:lstStyle>
          <a:p>
            <a:pPr/>
            <a:r>
              <a:t>Section Title</a:t>
            </a:r>
          </a:p>
        </p:txBody>
      </p:sp>
      <p:sp>
        <p:nvSpPr>
          <p:cNvPr id="92"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prstGeom prst="rect">
            <a:avLst/>
          </a:prstGeom>
        </p:spPr>
        <p:txBody>
          <a:bodyPr/>
          <a:lstStyle/>
          <a:p>
            <a:pPr/>
            <a:r>
              <a:t>Slide Title</a:t>
            </a:r>
          </a:p>
        </p:txBody>
      </p:sp>
      <p:sp>
        <p:nvSpPr>
          <p:cNvPr id="100" name="Slide Subtitle"/>
          <p:cNvSpPr txBox="1"/>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101"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prstGeom prst="rect">
            <a:avLst/>
          </a:prstGeom>
        </p:spPr>
        <p:txBody>
          <a:bodyPr/>
          <a:lstStyle/>
          <a:p>
            <a:pPr/>
            <a:r>
              <a:t>Agenda Title</a:t>
            </a:r>
          </a:p>
        </p:txBody>
      </p:sp>
      <p:sp>
        <p:nvSpPr>
          <p:cNvPr id="109" name="Body Level One…"/>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457200" defTabSz="825500">
              <a:lnSpc>
                <a:spcPct val="100000"/>
              </a:lnSpc>
              <a:buSzTx/>
              <a:buNone/>
              <a:defRPr spc="-136" sz="6800">
                <a:latin typeface="Canela Deck Regular"/>
                <a:ea typeface="Canela Deck Regular"/>
                <a:cs typeface="Canela Deck Regular"/>
                <a:sym typeface="Canela Deck Regular"/>
              </a:defRPr>
            </a:lvl2pPr>
            <a:lvl3pPr marL="0" indent="914400" defTabSz="825500">
              <a:lnSpc>
                <a:spcPct val="100000"/>
              </a:lnSpc>
              <a:buSzTx/>
              <a:buNone/>
              <a:defRPr spc="-136" sz="6800">
                <a:latin typeface="Canela Deck Regular"/>
                <a:ea typeface="Canela Deck Regular"/>
                <a:cs typeface="Canela Deck Regular"/>
                <a:sym typeface="Canela Deck Regular"/>
              </a:defRPr>
            </a:lvl3pPr>
            <a:lvl4pPr marL="0" indent="1371600" defTabSz="825500">
              <a:lnSpc>
                <a:spcPct val="100000"/>
              </a:lnSpc>
              <a:buSzTx/>
              <a:buNone/>
              <a:defRPr spc="-136" sz="6800">
                <a:latin typeface="Canela Deck Regular"/>
                <a:ea typeface="Canela Deck Regular"/>
                <a:cs typeface="Canela Deck Regular"/>
                <a:sym typeface="Canela Deck Regular"/>
              </a:defRPr>
            </a:lvl4pPr>
            <a:lvl5pPr marL="0" indent="1828800" defTabSz="825500">
              <a:lnSpc>
                <a:spcPct val="100000"/>
              </a:lnSpc>
              <a:buSzTx/>
              <a:buNone/>
              <a:defRPr spc="-136" sz="6800">
                <a:latin typeface="Canela Deck Regular"/>
                <a:ea typeface="Canela Deck Regular"/>
                <a:cs typeface="Canela Deck Regular"/>
                <a:sym typeface="Canela Deck Regular"/>
              </a:defRPr>
            </a:lvl5pPr>
          </a:lstStyle>
          <a:p>
            <a:pPr/>
            <a:r>
              <a:t>Agenda Topics</a:t>
            </a:r>
          </a:p>
          <a:p>
            <a:pPr lvl="1"/>
            <a:r>
              <a:t/>
            </a:r>
          </a:p>
          <a:p>
            <a:pPr lvl="2"/>
            <a:r>
              <a:t/>
            </a:r>
          </a:p>
          <a:p>
            <a:pPr lvl="3"/>
            <a:r>
              <a:t/>
            </a:r>
          </a:p>
          <a:p>
            <a:pPr lvl="4"/>
            <a:r>
              <a:t/>
            </a:r>
          </a:p>
        </p:txBody>
      </p:sp>
      <p:sp>
        <p:nvSpPr>
          <p:cNvPr id="110" name="Agenda Subtitle"/>
          <p:cNvSpPr txBox="1"/>
          <p:nvPr>
            <p:ph type="body" sz="quarter" idx="21" hasCustomPrompt="1"/>
          </p:nvPr>
        </p:nvSpPr>
        <p:spPr>
          <a:xfrm>
            <a:off x="1219200" y="2387115"/>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Agenda Subtitle</a:t>
            </a:r>
          </a:p>
        </p:txBody>
      </p:sp>
      <p:sp>
        <p:nvSpPr>
          <p:cNvPr id="111"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19200" y="8462239"/>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Fact information</a:t>
            </a:r>
          </a:p>
        </p:txBody>
      </p:sp>
      <p:sp>
        <p:nvSpPr>
          <p:cNvPr id="127" name="Body Level One…"/>
          <p:cNvSpPr txBox="1"/>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Attribution</a:t>
            </a:r>
          </a:p>
        </p:txBody>
      </p:sp>
      <p:sp>
        <p:nvSpPr>
          <p:cNvPr id="136" name="Body Level One…"/>
          <p:cNvSpPr txBox="1"/>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Sea against sky at sunset 2"/>
          <p:cNvSpPr/>
          <p:nvPr>
            <p:ph type="pic" sz="quarter" idx="21"/>
          </p:nvPr>
        </p:nvSpPr>
        <p:spPr>
          <a:xfrm>
            <a:off x="15744825" y="5581752"/>
            <a:ext cx="7365408" cy="8280401"/>
          </a:xfrm>
          <a:prstGeom prst="rect">
            <a:avLst/>
          </a:prstGeom>
        </p:spPr>
        <p:txBody>
          <a:bodyPr lIns="91439" tIns="45719" rIns="91439" bIns="45719">
            <a:noAutofit/>
          </a:bodyPr>
          <a:lstStyle/>
          <a:p>
            <a:pPr/>
          </a:p>
        </p:txBody>
      </p:sp>
      <p:sp>
        <p:nvSpPr>
          <p:cNvPr id="145" name="Sea against sky at sunset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Beach and sea at sunset"/>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each and sea at sunset"/>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1997689" y="12700000"/>
            <a:ext cx="388621" cy="42926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9pPr>
    </p:titleStyle>
    <p:bodyStyle>
      <a:lvl1pPr marL="5461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pubmed.ncbi.nlm.nih.gov/31050950/" TargetMode="External"/><Relationship Id="rId3" Type="http://schemas.openxmlformats.org/officeDocument/2006/relationships/hyperlink" Target="https://pubmed.ncbi.nlm.nih.gov/28186867/" TargetMode="External"/><Relationship Id="rId4" Type="http://schemas.openxmlformats.org/officeDocument/2006/relationships/hyperlink" Target="https://www.nature.com/articles/s41598-019-42693-x" TargetMode="External"/><Relationship Id="rId5" Type="http://schemas.openxmlformats.org/officeDocument/2006/relationships/hyperlink" Target="https://pubmed.ncbi.nlm.nih.gov/36371017/" TargetMode="External"/><Relationship Id="rId6" Type="http://schemas.openxmlformats.org/officeDocument/2006/relationships/hyperlink" Target="https://pubmed.ncbi.nlm.nih.gov/24568233/" TargetMode="External"/><Relationship Id="rId7" Type="http://schemas.openxmlformats.org/officeDocument/2006/relationships/hyperlink" Target="https://www.sciencedirect.com/science/article/pii/S101113442400201X" TargetMode="Externa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teve Hickman, 26-06-22"/>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Steve Hickman, 26-06-22</a:t>
            </a:r>
          </a:p>
        </p:txBody>
      </p:sp>
      <p:sp>
        <p:nvSpPr>
          <p:cNvPr id="172" name="&lt;NeuroPulse&gt;"/>
          <p:cNvSpPr txBox="1"/>
          <p:nvPr>
            <p:ph type="ctrTitle"/>
          </p:nvPr>
        </p:nvSpPr>
        <p:spPr>
          <a:prstGeom prst="rect">
            <a:avLst/>
          </a:prstGeom>
        </p:spPr>
        <p:txBody>
          <a:bodyPr/>
          <a:lstStyle/>
          <a:p>
            <a:pPr/>
            <a:r>
              <a:t>&lt;NeuroPulse&gt;</a:t>
            </a:r>
          </a:p>
        </p:txBody>
      </p:sp>
      <p:sp>
        <p:nvSpPr>
          <p:cNvPr id="173" name="Pitch Deck"/>
          <p:cNvSpPr txBox="1"/>
          <p:nvPr>
            <p:ph type="subTitle" sz="quarter" idx="1"/>
          </p:nvPr>
        </p:nvSpPr>
        <p:spPr>
          <a:prstGeom prst="rect">
            <a:avLst/>
          </a:prstGeom>
        </p:spPr>
        <p:txBody>
          <a:bodyPr/>
          <a:lstStyle/>
          <a:p>
            <a:pPr/>
            <a:r>
              <a:t>Pitch Deck</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Problem"/>
          <p:cNvSpPr txBox="1"/>
          <p:nvPr>
            <p:ph type="title"/>
          </p:nvPr>
        </p:nvSpPr>
        <p:spPr>
          <a:prstGeom prst="rect">
            <a:avLst/>
          </a:prstGeom>
        </p:spPr>
        <p:txBody>
          <a:bodyPr/>
          <a:lstStyle/>
          <a:p>
            <a:pPr/>
            <a:r>
              <a:t>Problem</a:t>
            </a:r>
          </a:p>
        </p:txBody>
      </p:sp>
      <p:sp>
        <p:nvSpPr>
          <p:cNvPr id="176" name="Slide bullet text"/>
          <p:cNvSpPr txBox="1"/>
          <p:nvPr>
            <p:ph type="body" idx="1"/>
          </p:nvPr>
        </p:nvSpPr>
        <p:spPr>
          <a:prstGeom prst="rect">
            <a:avLst/>
          </a:prstGeom>
        </p:spPr>
        <p:txBody>
          <a:bodyPr/>
          <a:lstStyle/>
          <a:p>
            <a:pPr/>
          </a:p>
        </p:txBody>
      </p:sp>
      <p:sp>
        <p:nvSpPr>
          <p:cNvPr id="177" name="Neurological Problem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Neurological Problems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Potential Solution(s)"/>
          <p:cNvSpPr txBox="1"/>
          <p:nvPr>
            <p:ph type="title"/>
          </p:nvPr>
        </p:nvSpPr>
        <p:spPr>
          <a:prstGeom prst="rect">
            <a:avLst/>
          </a:prstGeom>
        </p:spPr>
        <p:txBody>
          <a:bodyPr/>
          <a:lstStyle/>
          <a:p>
            <a:pPr/>
            <a:r>
              <a:t>Potential Solution(s)</a:t>
            </a:r>
          </a:p>
        </p:txBody>
      </p:sp>
      <p:sp>
        <p:nvSpPr>
          <p:cNvPr id="180" name="PBM Transcranial + Intranasal:…"/>
          <p:cNvSpPr txBox="1"/>
          <p:nvPr>
            <p:ph type="body" idx="1"/>
          </p:nvPr>
        </p:nvSpPr>
        <p:spPr>
          <a:prstGeom prst="rect">
            <a:avLst/>
          </a:prstGeom>
        </p:spPr>
        <p:txBody>
          <a:bodyPr/>
          <a:lstStyle/>
          <a:p>
            <a:pPr>
              <a:defRPr sz="3000"/>
            </a:pPr>
            <a:r>
              <a:t>PBM Transcranial + Intranasal: </a:t>
            </a:r>
          </a:p>
          <a:p>
            <a:pPr lvl="1" marL="763298" indent="-217198" defTabSz="457200">
              <a:lnSpc>
                <a:spcPct val="100000"/>
              </a:lnSpc>
              <a:spcBef>
                <a:spcPts val="300"/>
              </a:spcBef>
              <a:defRPr sz="1750">
                <a:solidFill>
                  <a:srgbClr val="23243D"/>
                </a:solidFill>
                <a:latin typeface="Arial"/>
                <a:ea typeface="Arial"/>
                <a:cs typeface="Arial"/>
                <a:sym typeface="Arial"/>
              </a:defRPr>
            </a:pPr>
            <a:r>
              <a:rPr u="sng">
                <a:hlinkClick r:id="rId2" invalidUrl="" action="" tgtFrame="" tooltip="" history="1" highlightClick="0" endSnd="0"/>
              </a:rPr>
              <a:t>Chao LL. Effects of Home Photobiomodulation Treatments on Cognitive and Behavioral Function, Cerebral Perfusion, and Resting-State Functional Connectivity in Patients with Dementia: A Pilot Trial. Photobiomodul Photomed Laser Surg. 2019 Mar;37(3):133-141. doi: 10.1089/photob.2018.4555.</a:t>
            </a:r>
            <a:r>
              <a:t> : </a:t>
            </a:r>
            <a:r>
              <a:rPr b="1">
                <a:solidFill>
                  <a:srgbClr val="027F69"/>
                </a:solidFill>
              </a:rPr>
              <a:t>Key finding: </a:t>
            </a:r>
            <a:r>
              <a:rPr i="1"/>
              <a:t>8 dementia patients randomized 12 weeks home PBM (Vielight Neuro Gamma, 810nm, 40Hz). PBM group: 4.8-point improvement in ADAS-cog vs 0.8-point decline in usual care. 22.8-point reduction in NPI behavioral symptoms vs 5.3-point worsening in controls. First report of functional connectivity improvements (parietal, DMN) following non-pharmacological intervention. No adverse effects.</a:t>
            </a:r>
            <a:endParaRPr i="1"/>
          </a:p>
          <a:p>
            <a:pPr lvl="1" marL="763298" indent="-217198" defTabSz="457200">
              <a:lnSpc>
                <a:spcPct val="100000"/>
              </a:lnSpc>
              <a:spcBef>
                <a:spcPts val="300"/>
              </a:spcBef>
              <a:defRPr sz="1750">
                <a:solidFill>
                  <a:srgbClr val="23243D"/>
                </a:solidFill>
                <a:latin typeface="Arial"/>
                <a:ea typeface="Arial"/>
                <a:cs typeface="Arial"/>
                <a:sym typeface="Arial"/>
              </a:defRPr>
            </a:pPr>
            <a:r>
              <a:rPr u="sng">
                <a:hlinkClick r:id="rId3" invalidUrl="" action="" tgtFrame="" tooltip="" history="1" highlightClick="0" endSnd="0"/>
              </a:rPr>
              <a:t>Saltmarche AE, Naeser MA, Ho KF, Hamblin MR, Lim L. Significant Improvement in Cognition in Mild to Moderately Severe Dementia Cases Treated with Transcranial Plus Intranasal Photobiomodulation: Case Series Report. Photomed Laser Surg. 2017 Aug;35(8):432-441. doi: 10.1089/pho.2016.4227</a:t>
            </a:r>
            <a:r>
              <a:t> : </a:t>
            </a:r>
            <a:r>
              <a:rPr b="1">
                <a:solidFill>
                  <a:srgbClr val="027F69"/>
                </a:solidFill>
              </a:rPr>
              <a:t>Key finding: </a:t>
            </a:r>
            <a:r>
              <a:rPr i="1"/>
              <a:t>5 patients with mild-to-moderate dementia, 12-week home PBM (Vielight Neuro Gamma, 810nm, 40Hz) then 4-week withdrawal. All patients showed significant cognitive improvement on MMSE, ADAS-cog, and NPI-ES at 12 weeks. Gains partially reversed during 4-week withdrawal and recovered when treatment resumed — establishing a dose-response relationship. Foundational Vielight study used by Harvard/BU collaboration.</a:t>
            </a:r>
            <a:endParaRPr i="1"/>
          </a:p>
          <a:p>
            <a:pPr lvl="1" marL="763298" indent="-217198" defTabSz="457200">
              <a:lnSpc>
                <a:spcPct val="100000"/>
              </a:lnSpc>
              <a:spcBef>
                <a:spcPts val="300"/>
              </a:spcBef>
              <a:defRPr sz="1750">
                <a:solidFill>
                  <a:srgbClr val="23243D"/>
                </a:solidFill>
                <a:latin typeface="Arial"/>
                <a:ea typeface="Arial"/>
                <a:cs typeface="Arial"/>
                <a:sym typeface="Arial"/>
              </a:defRPr>
            </a:pPr>
            <a:r>
              <a:rPr u="sng">
                <a:hlinkClick r:id="rId4" invalidUrl="" action="" tgtFrame="" tooltip="" history="1" highlightClick="0" endSnd="0"/>
              </a:rPr>
              <a:t>Zomorrodi R, Loheswaran G, Pushparaj A, Lim L. Pulsed Near Infrared Transcranial and Intranasal Photobiomodulation Significantly Modulates Neural Oscillations: a pilot exploratory study. Sci Rep. 2019;9:6309. doi: 10.1038/s41598-019-42693-x.</a:t>
            </a:r>
            <a:r>
              <a:t> : </a:t>
            </a:r>
            <a:r>
              <a:rPr b="1">
                <a:solidFill>
                  <a:srgbClr val="027F69"/>
                </a:solidFill>
              </a:rPr>
              <a:t>Key finding: </a:t>
            </a:r>
            <a:r>
              <a:rPr i="1"/>
              <a:t>Single-session 40Hz 810nm NIR PBM (Vielight Neuro Gamma) in a randomized sham-controlled design. Active PBM significantly increased gamma, alpha, and beta EEG power and decreased delta and theta compared to sham — demonstrating for the first time that PBM directly modulates neural oscillations. This established the mechanistic link between 40Hz pulsed PBM and gamma entrainment in humans, justifying NeuroPulse's EEG-adaptive PBM approach.</a:t>
            </a:r>
          </a:p>
          <a:p>
            <a:pPr>
              <a:defRPr sz="3000"/>
            </a:pPr>
            <a:r>
              <a:t>PBM Transcranial: </a:t>
            </a:r>
          </a:p>
          <a:p>
            <a:pPr lvl="1" marL="763298" indent="-217198" defTabSz="457200">
              <a:lnSpc>
                <a:spcPct val="100000"/>
              </a:lnSpc>
              <a:spcBef>
                <a:spcPts val="300"/>
              </a:spcBef>
              <a:defRPr sz="1750">
                <a:solidFill>
                  <a:srgbClr val="23243D"/>
                </a:solidFill>
                <a:latin typeface="Arial"/>
                <a:ea typeface="Arial"/>
                <a:cs typeface="Arial"/>
                <a:sym typeface="Arial"/>
              </a:defRPr>
            </a:pPr>
            <a:r>
              <a:rPr u="sng">
                <a:hlinkClick r:id="rId5" invalidUrl="" action="" tgtFrame="" tooltip="" history="1" highlightClick="0" endSnd="0"/>
              </a:rPr>
              <a:t>Lee TL, Ding Z, Chan AS. Can transcranial photobiomodulation improve cognitive function? A systematic review of human studies. Ageing Res Rev. 2023 Jan;83:101786. doi: 10.1016/j.arr.2022.101786.</a:t>
            </a:r>
            <a:r>
              <a:t> : </a:t>
            </a:r>
            <a:r>
              <a:rPr b="1">
                <a:solidFill>
                  <a:srgbClr val="027F69"/>
                </a:solidFill>
              </a:rPr>
              <a:t>Key finding: </a:t>
            </a:r>
            <a:r>
              <a:rPr i="1"/>
              <a:t>Systematic review of human tPBM studies. Majority show cognitive improvement across RCTs and open studies. Key wavelengths 808–850nm most studied. Pulsed (10Hz, 40Hz) outperforms CW. Identifies executive function, memory, and attention as most responsive domains. NeuroPulse relevance: validates 808–830nm wavelength choice and pulsed delivery approach.</a:t>
            </a:r>
            <a:endParaRPr i="1"/>
          </a:p>
          <a:p>
            <a:pPr lvl="1" marL="763298" indent="-217198" defTabSz="457200">
              <a:lnSpc>
                <a:spcPct val="100000"/>
              </a:lnSpc>
              <a:spcBef>
                <a:spcPts val="300"/>
              </a:spcBef>
              <a:defRPr sz="1750">
                <a:solidFill>
                  <a:srgbClr val="23243D"/>
                </a:solidFill>
                <a:latin typeface="Arial"/>
                <a:ea typeface="Arial"/>
                <a:cs typeface="Arial"/>
                <a:sym typeface="Arial"/>
              </a:defRPr>
            </a:pPr>
            <a:r>
              <a:rPr u="sng">
                <a:hlinkClick r:id="rId6" invalidUrl="" action="" tgtFrame="" tooltip="" history="1" highlightClick="0" endSnd="0"/>
              </a:rPr>
              <a:t>Naeser MA, Zafonte R, Krengel MH, et al. Significant improvements in cognitive performance post-transcranial, red/near-infrared light-emitting diode treatments in chronic, mild traumatic brain injury: Open-protocol study. J Neurotrauma. 2014;31(11):1008-1017. doi: 10.1089/neu.2013.3244.</a:t>
            </a:r>
            <a:r>
              <a:t> : </a:t>
            </a:r>
            <a:r>
              <a:rPr b="1">
                <a:solidFill>
                  <a:srgbClr val="027F69"/>
                </a:solidFill>
              </a:rPr>
              <a:t>Key finding: </a:t>
            </a:r>
            <a:r>
              <a:rPr i="1"/>
              <a:t>11 chronic mTBI patients, 18 LED sessions (870nm + 633nm, 22.2 mW/cm²). Significant improvements in executive function; reduced PTSD symptoms if present. Patients and families reported better social, interpersonal, and occupational functioning. Established transcranial LED PBM for TBI — foundational study for the indication. NeuroPulse relevance: supports TBI/concussion rehabilitation market.</a:t>
            </a:r>
            <a:endParaRPr i="1"/>
          </a:p>
          <a:p>
            <a:pPr lvl="1" marL="763298" indent="-217198" defTabSz="457200">
              <a:lnSpc>
                <a:spcPct val="100000"/>
              </a:lnSpc>
              <a:spcBef>
                <a:spcPts val="300"/>
              </a:spcBef>
              <a:defRPr sz="1750">
                <a:solidFill>
                  <a:srgbClr val="23243D"/>
                </a:solidFill>
                <a:latin typeface="Arial"/>
                <a:ea typeface="Arial"/>
                <a:cs typeface="Arial"/>
                <a:sym typeface="Arial"/>
              </a:defRPr>
            </a:pPr>
            <a:r>
              <a:rPr u="sng">
                <a:hlinkClick r:id="rId7" invalidUrl="" action="" tgtFrame="" tooltip="" history="1" highlightClick="0" endSnd="0"/>
              </a:rPr>
              <a:t>Oliveira BB, Lemos EF, Knob NF, et al. Transcranial photobiomodulation increases cognition and serum BDNF levels in adults over 50 years: A randomized, double-blind, placebo-controlled trial. Neuroscience. 2024;(published online). doi: 10.1016/j.neuroscience.2024.04.001.</a:t>
            </a:r>
            <a:r>
              <a:rPr i="1"/>
              <a:t> : </a:t>
            </a:r>
            <a:r>
              <a:rPr b="1">
                <a:solidFill>
                  <a:srgbClr val="027F69"/>
                </a:solidFill>
              </a:rPr>
              <a:t>Key finding: </a:t>
            </a:r>
            <a:r>
              <a:t>76 adults over 50 with MCI randomized, 24 sessions whole-head tPBM (RED + NIR LEDs, 2 months). Active group: significantly enhanced cognition AND elevated serum BDNF. First RCT showing dual-wavelength (red + NIR) whole-head tPBM improves cognition AND raises BDNF biomarker. No change in depression or anxiety scores — effect is specific to cognition. Validates NeuroPulse's dual-wavelength (660+810nm) approach.</a:t>
            </a:r>
          </a:p>
        </p:txBody>
      </p:sp>
      <p:sp>
        <p:nvSpPr>
          <p:cNvPr id="181" name="Neurological Interventio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Neurological Interventions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Solution Problem"/>
          <p:cNvSpPr txBox="1"/>
          <p:nvPr>
            <p:ph type="title"/>
          </p:nvPr>
        </p:nvSpPr>
        <p:spPr>
          <a:prstGeom prst="rect">
            <a:avLst/>
          </a:prstGeom>
        </p:spPr>
        <p:txBody>
          <a:bodyPr/>
          <a:lstStyle/>
          <a:p>
            <a:pPr/>
            <a:r>
              <a:t>Solution Problem</a:t>
            </a:r>
          </a:p>
        </p:txBody>
      </p:sp>
      <p:sp>
        <p:nvSpPr>
          <p:cNvPr id="184" name="Slide bullet text"/>
          <p:cNvSpPr txBox="1"/>
          <p:nvPr>
            <p:ph type="body" idx="1"/>
          </p:nvPr>
        </p:nvSpPr>
        <p:spPr>
          <a:prstGeom prst="rect">
            <a:avLst/>
          </a:prstGeom>
        </p:spPr>
        <p:txBody>
          <a:bodyPr/>
          <a:lstStyle/>
          <a:p>
            <a:pPr/>
          </a:p>
        </p:txBody>
      </p:sp>
      <p:sp>
        <p:nvSpPr>
          <p:cNvPr id="185" name="I only have 1 hea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I only have 1 head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Modalities"/>
          <p:cNvSpPr txBox="1"/>
          <p:nvPr>
            <p:ph type="title"/>
          </p:nvPr>
        </p:nvSpPr>
        <p:spPr>
          <a:prstGeom prst="rect">
            <a:avLst/>
          </a:prstGeom>
        </p:spPr>
        <p:txBody>
          <a:bodyPr/>
          <a:lstStyle/>
          <a:p>
            <a:pPr/>
            <a:r>
              <a:t>Modalities</a:t>
            </a:r>
          </a:p>
        </p:txBody>
      </p:sp>
      <p:sp>
        <p:nvSpPr>
          <p:cNvPr id="188" name="Photobiomodulation -…"/>
          <p:cNvSpPr txBox="1"/>
          <p:nvPr>
            <p:ph type="body" idx="1"/>
          </p:nvPr>
        </p:nvSpPr>
        <p:spPr>
          <a:prstGeom prst="rect">
            <a:avLst/>
          </a:prstGeom>
        </p:spPr>
        <p:txBody>
          <a:bodyPr/>
          <a:lstStyle/>
          <a:p>
            <a:pPr marL="436880" indent="-436880" defTabSz="1950671">
              <a:spcBef>
                <a:spcPts val="1900"/>
              </a:spcBef>
              <a:defRPr sz="3520"/>
            </a:pPr>
            <a:r>
              <a:t>Photobiomodulation - </a:t>
            </a:r>
          </a:p>
          <a:p>
            <a:pPr lvl="1" marL="873760" indent="-436880" defTabSz="1950671">
              <a:spcBef>
                <a:spcPts val="1900"/>
              </a:spcBef>
              <a:defRPr sz="3520"/>
            </a:pPr>
            <a:r>
              <a:t>660–670nm + 808–830nm LEDs, </a:t>
            </a:r>
          </a:p>
          <a:p>
            <a:pPr lvl="1" marL="873760" indent="-436880" defTabSz="1950671">
              <a:spcBef>
                <a:spcPts val="1900"/>
              </a:spcBef>
              <a:defRPr sz="3520"/>
            </a:pPr>
            <a:r>
              <a:t>1064nm snap-in smart zone module upgrade</a:t>
            </a:r>
          </a:p>
          <a:p>
            <a:pPr lvl="1" marL="873760" indent="-436880" defTabSz="1950671">
              <a:spcBef>
                <a:spcPts val="1900"/>
              </a:spcBef>
              <a:defRPr sz="3520"/>
            </a:pPr>
            <a:r>
              <a:t>1170 nm upgrade</a:t>
            </a:r>
          </a:p>
          <a:p>
            <a:pPr marL="436880" indent="-436880" defTabSz="1950671">
              <a:spcBef>
                <a:spcPts val="1900"/>
              </a:spcBef>
              <a:defRPr sz="3520"/>
            </a:pPr>
            <a:r>
              <a:t>TMS</a:t>
            </a:r>
          </a:p>
          <a:p>
            <a:pPr marL="436880" indent="-436880" defTabSz="1950671">
              <a:spcBef>
                <a:spcPts val="1900"/>
              </a:spcBef>
              <a:defRPr sz="3520"/>
            </a:pPr>
            <a:r>
              <a:t>TDCS</a:t>
            </a:r>
          </a:p>
          <a:p>
            <a:pPr marL="436880" indent="-436880" defTabSz="1950671">
              <a:spcBef>
                <a:spcPts val="1900"/>
              </a:spcBef>
              <a:defRPr sz="3520"/>
            </a:pPr>
            <a:r>
              <a:t>TACS</a:t>
            </a:r>
          </a:p>
          <a:p>
            <a:pPr marL="436880" indent="-436880" defTabSz="1950671">
              <a:spcBef>
                <a:spcPts val="1900"/>
              </a:spcBef>
              <a:defRPr sz="3520"/>
            </a:pPr>
            <a:r>
              <a:t>Audio </a:t>
            </a:r>
          </a:p>
          <a:p>
            <a:pPr marL="436880" indent="-436880" defTabSz="1950671">
              <a:spcBef>
                <a:spcPts val="1900"/>
              </a:spcBef>
              <a:defRPr sz="3520"/>
            </a:pPr>
            <a:r>
              <a:t>Haptics</a:t>
            </a:r>
          </a:p>
        </p:txBody>
      </p:sp>
      <p:sp>
        <p:nvSpPr>
          <p:cNvPr id="189" name="Slide Subtitle"/>
          <p:cNvSpPr txBox="1"/>
          <p:nvPr>
            <p:ph type="body" idx="21"/>
          </p:nvPr>
        </p:nvSpPr>
        <p:spPr>
          <a:prstGeom prst="rect">
            <a:avLst/>
          </a:prstGeom>
        </p:spPr>
        <p:txBody>
          <a:bodyPr/>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